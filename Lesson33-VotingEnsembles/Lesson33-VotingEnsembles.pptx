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samples the same question several times and aggregates the independent answers by majority vote, instead of synthesizing them into a new one. It is built on Lesson 32's mechanics: the same concurrent fan-out, then a fan-in step. But it targets a different class of problem, one with a single correct answer, where the goal is to let the crowd cancel out one sample's mistake rather than blend everyone's phrasing together. The technique is called self-consistency.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Seeing these two lessons back to back is the point: same fan-out, two legitimately different fan-in strategies. Lesson 32's task, explain a closure with an analogy, has no single correct output, so blending the best parts of several drafts produces something better. This lesson's task, how much does the ball cost, has exactly one correct answer. Blending makes no sense there: averaging five cents and ten cents is not a more correct answer, it's a nonsensical one. So the rule of thumb is simple. When outputs are discrete and checkable, vote. When they are open-ended prose, synthesize. And because the vote is just counting, the fan-in here is plain C#, not a model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unchanged from the last two lessons. The .NET 10 SDK, a console application, and two packages: Microsoft.SemanticKernel and Microsoft.SemanticKernel.Connectors.OpenAI, both at 1.78.0. The key is read from OPENAI_API_KEY, and the program throws at startup if it is missing. The model is gpt-4.1-mini. Every one of the five samples uses the same model, the same prompt and the same temperature; the only thing that varies between them is the model's own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pipeline. The question is the classic bat-and-ball puzzle: a bat and a ball cost a dollar ten in total, and the bat costs a dollar more than the ball; how much is the ball? Program.cs launches five SampleAsync calls with Task.WhenAll, exactly like Lesson 32's fan-out, each at temperature 0.8 and each returning a typed ReasoningSample. Samples that threw, or that came back as unparseable JSON, are filtered out. ConsensusVoter then normalizes each final answer, trimming whitespace and a leading dollar sign, and tallies the votes. The answer with the most votes wins, and a tie is reported as a tie. A single reasoning path that stumbles is now just one vote among several that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ConsensusVoter is a static class with two methods and no model call. Normalize trims the answer and strips a leading dollar sign, because formatting noise fragments votes: two samples that both mean five cents might write 0.05 and dollar 0.05, and without normalizing that's two answers with one vote each instead of one answer with two. Tally groups the samples by normalized answer, case-insensitively, counts each group into a dictionary, finds the maximum count, and returns a ConsensusResult with the winning answer, an IsTie flag for when more than one answer shares the top count, and the full vote counts. Why not ask a model to pick the winner? Because that would reintroduce exactly the single-point-of-failure risk the vote exists to cancel out, and it would cost an extra call for something a dictionary already does exactly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ReasoningSample has two fields, and finalAnswer is declared first and requested first in the prompt, ahead of reasoning. That isn't stylistic. An earlier version of this lesson, tested against the series' original model provider, asked for reasoning first. The model produced long, looping self-verification text that ran so long it never got to writing finalAnswer at all. Every sample came back with an empty answer, and the vote tallied unanimous agreement on nothing. Asking for the answer first and capping reasoning at three concise sentences fixed both problems: responses come back fast, and the answer is committed before the model has any chance to ramble. That specific runaway hasn't been re-observed on OpenAI, but the ordering and the cap cost nothing, so they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Voting doesn't need all five samples to agree; it needs enough of them to. Program.cs wraps each sample call in its own try and catch, so one dropped connection prints a warning and returns null, costing one vote rather than the whole run. A malformed JSON response doesn't throw, so it's handled differently: SampleAsync returns a sentinel sample whose final answer is the literal string UNPARSEABLE. Program.cs filters those out before tallying, so a malformed response can't cast, or even win, a vote for a value nobody actually said. When fewer than five samples are votable, the program says the tally is based on, for example, four of five. If two answers share the top count, it prints TIE and NO CONSENSUS, then shows one of the tied answers. And if nothing votable is left at all, it says no consensus can be computed and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This transcript is abridged from the lesson's sample run. The program prints the problem, then each sample with its answer in the header and up to three sentences of reasoning: let the ball be L and the bat be B, B plus L is 1.10, B is L plus 1.00, so 2L plus 1.00 is 1.10 and L is 0.05. In this run all five samples landed on 0.05, the tally shows 0.05 with five votes, and the consensus answer is 0.05. Unanimous agreement is a legitimate outcome; it means the model reliably reasons through this problem at this temperature. The intuitive but wrong answer is ten cents, which would make the bat only ninety cents more than the ball. On other runs one sample may land there, the tally shows four votes for 0.05 and one for 0.10, and the consensus is still 0.05. The minority's mistake is outvoted instead of corrupting the result, as it would if it were the only sample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After the tally, compute the winner's vote count divided by the number of votable samples, and print it as a fraction and a percentage. Then add a threshold: if the winning share is below sixty percent, print NO CONSENSUS even when there is no exact tie. Make sure the denominator is the number of samples that actually voted, not the five you asked for, so a dropped sample doesn't skew the share. Finally, raise SampleCount to nine and confirm nothing else needs to change. As a stretch, swap in a harder puzzle and watch the share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sampled one question five times at high temperature, chose voting over synthesis because the answer is discrete and checkable, tallied the votes in plain C#, normalized answers so formatting doesn't split votes, and kept the ensemble alive when a sample fails or returns bad JSON. Lesson 35's MarketCoordinator makes the same call as ConsensusVoter: budget arithmetic has one right answer, so it lives in code. Lesson 34's moderator uses the same fallback idea when its speaker choice can't be parsed. Lesson 38 hits a different structured-output bug and explains why reordering fields, this lesson's fix, wasn't enough there. And Lesson 36 treats a failed execution step as information too: instead of crashing, it sends the failure back to the Planner to replan.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33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Voting &amp; Self-Consistency Ensembles</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Ask the same question five times and let the majority answer win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the bat-and-ball puzzle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majority-vote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Sample one question N times at high temperature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Choose voting or synthesis by the kind of answer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Tally votes in plain C#, not another model call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Normalize answers so formatting doesn't split votes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Survive a failed or unparseable sample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Same fan-out as Lesson 32, a different fan-in</a:t>
            </a:r>
            <a:endParaRPr lang="en-US" sz="275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32: synthesize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Open-ended prose, no single right answer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LLM reducer blends the best parts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Result is new text no draft contained</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33: vote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checkable answer, like 0.05</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Plain C# counts matching answers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Result is the answer most samples gave</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Averaging $0.05 and $0.10 isn't more correct. It's nonsense.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from VotingEnsembles.slnx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program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sample uses the same model, prompt and temperature.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Five independent samples, one vote</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Question</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Bat and ball cost $1.10 in total.</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Sample ×5</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Task.WhenAll; temperature 0.8, JSON out.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Filter</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Drop failed and UNPARSEABLE samples.</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Normalize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Trim spaces and a leading $ sign.</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Tally</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Most votes wins; ties are flagged.</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sample that takes a wrong turn is just one vote among five.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vote is plain code, on purpose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ConsensusVoter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static class. No model call anywhere in the file.</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Normalize</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"$0.05" and "0.05" count as one answer.</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Group &amp; count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GroupBy the normalized answer, ignoring case.</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Highest count</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Max finds the top count; that answer wins.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Tie flag</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IsTie: two answers share the top count.</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LLM judge would bring back the single point of failure the vote removes.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FIELD ORDER</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Ask for the answer before the reasoning</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Reasoning first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earlier version rambled on and 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finalAnswer came back empty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Five empty votes looked unanimous</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Answer first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finalAnswer is declared and requested first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Reasoning is capped at 3 sentences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answer is committed before any ramble</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Cheap insurance against any model's urge to over-explain.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 ensemble should survive losing a member</a:t>
            </a:r>
            <a:endParaRPr lang="en-US" sz="2800" dirty="0"/>
          </a:p>
        </p:txBody>
      </p:sp>
      <p:sp>
        <p:nvSpPr>
          <p:cNvPr id="4" name="Shape 2"/>
          <p:cNvSpPr/>
          <p:nvPr/>
        </p:nvSpPr>
        <p:spPr>
          <a:xfrm>
            <a:off x="457200" y="1371600"/>
            <a:ext cx="1851660" cy="1600200"/>
          </a:xfrm>
          <a:prstGeom prst="roundRect">
            <a:avLst>
              <a:gd name="adj" fmla="val 457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Per-sample</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Each call has its own try/catch; a failure costs one vote.</a:t>
            </a:r>
            <a:endParaRPr lang="en-US" sz="1200" dirty="0"/>
          </a:p>
        </p:txBody>
      </p:sp>
      <p:sp>
        <p:nvSpPr>
          <p:cNvPr id="9" name="Shape 6"/>
          <p:cNvSpPr/>
          <p:nvPr/>
        </p:nvSpPr>
        <p:spPr>
          <a:xfrm>
            <a:off x="2583180" y="1371600"/>
            <a:ext cx="185166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Sentinel</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Bad JSON returns finalAnswer UNPARSEABLE.</a:t>
            </a:r>
            <a:endParaRPr lang="en-US" sz="1200" dirty="0"/>
          </a:p>
        </p:txBody>
      </p:sp>
      <p:sp>
        <p:nvSpPr>
          <p:cNvPr id="14" name="Shape 10"/>
          <p:cNvSpPr/>
          <p:nvPr/>
        </p:nvSpPr>
        <p:spPr>
          <a:xfrm>
            <a:off x="4709160" y="1371600"/>
            <a:ext cx="1851660" cy="1600200"/>
          </a:xfrm>
          <a:prstGeom prst="roundRect">
            <a:avLst>
              <a:gd name="adj" fmla="val 457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Excluded</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UNPARSEABLE samples never cast a vote.</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Honest tie</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tie prints NO CONSENSUS before one tied answer.</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If no votable samples remain, the program says so and stops.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five samples, one consensus</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PROBLEM: A bat and a ball cost $1.10 in total...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Sample 1 (answer: 0.05)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Let the ball's cost be L and the bat's cost be B.</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We have B + L = 1.10 and B = L + 1.00. Substituting</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gives 2L + 1.00 = 1.10, so L = 0.05.</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Sample 2 (answer: 0.05)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[similar reasoning, same answer]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samples 3 to 5 likewise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Vote Tally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0.05: 5 vote(s)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CONSENSUS ANSWER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0.05</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Unanimous is fine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 five on 0.05 means the model reasons this reliably.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Or 4 to 1</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stray 0.10 gets outvoted; the answer is still 0.05.</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from the lesson's sample run.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Report how strong the consensus is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Print the winning share, such as 4/5 (80%), and treat any winner below a 60% share as no consensus.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Lesson33-VotingEnsembles/</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VotingEnsembles/Program.cs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unanimous run prints 5/5 (100%)</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share uses votable samples, not the 5 requested</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2-2-1 split prints NO CONSENSUS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SampleCount = 9 still works with no other changes</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decision belongs in code</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35  </a:t>
            </a:r>
            <a:pPr indent="0" marL="0">
              <a:buNone/>
            </a:pPr>
            <a:r>
              <a:rPr lang="en-US" sz="1250" dirty="0">
                <a:solidFill>
                  <a:srgbClr val="FFFFFF"/>
                </a:solidFill>
                <a:latin typeface="Calibri" pitchFamily="34" charset="0"/>
                <a:ea typeface="Calibri" pitchFamily="34" charset="-122"/>
                <a:cs typeface="Calibri" pitchFamily="34" charset="-120"/>
              </a:rPr>
              <a:t>Budget arithmetic is plain C#, for the same reason</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Fallback for a bad response</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A moderator falls back when its JSON is unusable</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Defensive field order</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A different schema bug gets a different fix</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Treat failure as data</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A failed step triggers replanning, not a crash</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Self-Directed Reasoning</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33 — Voting &amp; Self-Consistency Ensembles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33 — Voting &amp; Self-Consistency Ensembles</dc:title>
  <dc:subject>PptxGenJS Presentation</dc:subject>
  <dc:creator>Media Six LLC</dc:creator>
  <cp:lastModifiedBy>Media Six LLC</cp:lastModifiedBy>
  <cp:revision>1</cp:revision>
  <dcterms:created xsi:type="dcterms:W3CDTF">2026-10-21T23:09:00Z</dcterms:created>
  <dcterms:modified xsi:type="dcterms:W3CDTF">2026-10-21T23:09:00Z</dcterms:modified>
</cp:coreProperties>
</file>