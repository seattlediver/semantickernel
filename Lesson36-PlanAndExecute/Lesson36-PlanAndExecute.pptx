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gives a Planner a goal, runs its plan against a simulated environment that can reject a step for a reason the Planner had no way of knowing in advance, and feeds that failure back so the Planner regenerates the entire plan, not just the one step that failed. It extends Lesson 28's PlannerAgent with the piece it was missing: a failure that changes the strategy, not just a retry. The goal is a zero-downtime migration of an orders database, and the environment hides one operational rule that the first plan will almost certainly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earlier lessons set this up. Lesson 28's PlannerAgent emits a task list once, and nothing in that lesson ever regenerates it. Lesson 29 added a Reviewer loop that rejects one task and asks the same agent to redo it. That is task-level rework, and it assumes the plan's shape was already right and only one piece was executed badly. Replanning assumes the shape itself might be wrong: a step is missing, steps are in the wrong order, or the approach needs to change. So this lesson discards the whole plan and asks the same Planner that wrote it to reconsider it, with the failure as new evidence. Both are valid closed loops; they work at different granularities.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rest of Part 2. You need the .NET 10 SDK and a console project that references Microsoft.SemanticKernel and Microsoft.SemanticKernel.Connectors.OpenAI, both at version 1.78.0. The API key comes from the OPENAI_API_KEY environment variable, and the program throws at startup if it isn't set. The model is gpt-4.1-mini, registered with AddOpenAIChatCompletion. Only the plans come from the model; the environment that executes them is plain, deterministic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runs a short, bounded loop. On each attempt, Planner.GeneratePlanAsync turns the goal into an ExecutionPlan, a JSON list of steps, and the program prints them. SimulatedDeploymentEnvironment.RunPlan then executes the steps in order and returns an ExecutionResult. If it succeeded, the program prints SUCCESS and stops. If not, it prints FAILURE with the message and keeps that message as the failure context. On the next attempt, highlighted here, the Planner gets the same goal plus that failure context and regenerates the plan from scratch. MaxAttempts is three, for the same reason Lesson 16's ReAct loop and Lesson 31's self-reflection loop are capped: a Planner that can't converge shouldn't retry forever. If all three attempts fail, the program says it exhausted its replanning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replanning demo to mean anything, the first plan needs a genuine, reproducible reason to fail, not a coin flip. SimulatedDeploymentEnvironment encodes one undocumented operational rule. It walks the plan's steps in order. A step that mentions both pause and archiver sets a flag. Any step that mentions migrat or schema before that flag is set fails, with a message saying ArchiverJob holds a lock on the orders table and must be paused before any schema change step runs. The check is plain lowercase keyword matching, not a model judgment, so the same plan always produces the same result. The goal never mentions an archiver job. A planner working from general knowledge will propose something reasonable like backup, migrate, verify, cut over, and that reasonable plan will still fail against reality. That is exactly the situation closed-loop planning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first half of a real run from the lesson text. One caveat: this transcript was captured before the lesson moved from Gemini to OpenAI, so when you run it with gpt-4.1-mini the exact wording of the steps will differ. The shape is what to expect. Attempt one is a perfectly reasonable zero-downtime migration plan: create the new schema, dual-write, backfill, verify, switch reads, monitor, decommission. It has no way of knowing about the archiver, so it fails on the very first step, because that step mentions schema and nothing has paused the archiver yet. The failure message is the environment's fixed text, with the failing step quoted.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what GeneratePlanAsync does with the failure context. It doesn't append an instruction like fix it by pausing the archiver, and the code never touches the plan once a failure comes back. It adds a block to the prompt that says a previous attempt failed, quotes the entire natural-language failure message, and asks the model to regenerate the full plan from scratch, incorporating whatever step is needed to avoid that exact failure, and not to just repeat the failed step. That one string is the only channel back to the Planner, exactly the way a real deploy tool's error output would look. If the Planner needed the rule spelled out structurally, this wouldn't be replanning, it would be configuration. The plan comes back as typed JSON through ResponseFormat set to the ExecutionPlan type, at a temperature of 0.3, with a safe fallback if the JSON can't be parsed.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attempt two from the same run, again captured on Gemini before the OpenAI migration, so expect different wording today. Attempt two isn't attempt one with a patch inserted. It is a fuller plan that pauses ArchiverJob first and, without being asked, adds a matching step to resume it at the end. Then every schema step passes and the environment reports success. Under OpenAI the exact steps and the number of attempts may change, but the shape should hold: a first plan that fails for a stated reason, and a second plan that addresses that reason without being told exactly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In SimulatedDeploymentEnvironment, add a second undocumented rule: any step that mentions cutover or switch fails unless an earlier step drains the connection pool. Give it its own failure message, written the way a real tool would report it. Now the Planner may need more attempts, because each run reveals only the first rule it breaks, so consider raising MaxAttempts. Check that each failure names only the rule it broke, that a later plan satisfies both rules, and that when the cap runs out the program prints its exhausted message instead of looping.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separated plan-level replanning from Lesson 29's task-level rework, ran a plan against an environment with a hidden rule, fed the failure message back as the Planner's only evidence, regenerated the full plan, and capped the loop at three attempts. Lesson 37 moves to production hardening, where a filter rejects a result in code and swaps in a safe one. Lesson 38 gives agents an episodic memory they can recall by relevance. The planned Lesson 39 adds hierarchy, with sub-orchestrators that plan their own parts of the work. The planned Lesson 42 checkpoints loop state so a run like this can survive a restart, and the planned Lesson 43 capstone combines these pieces into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36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Closed-Loop Plan-and-Execute</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When a step fails, the Planner rethinks the whole plan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one goal, no plan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plan that executes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Tell plan-level replanning from task-level rework</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 a plan against an environment with a hidden rule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Feed the failure message back as the only evidence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Regenerate the full plan, not just the failed step</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Bound the plan/execute loop with MaxAttempts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From reworking one task to rethinking the plan</a:t>
            </a:r>
            <a:endParaRPr lang="en-US" sz="27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Lessons 28 and 29</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Lesson 28: the Planner emits tasks once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Lesson 29: the Reviewer rejects one task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same agent redoes that one task</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36: replanning</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Execution fails for a stated reason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failure goes back to the Planner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whole plan is regenerated</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Rework assumes the plan's shape is right; replanning questions it.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as PlanAndExecute.slnx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it writes every plan.</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LOOP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 execute, and replan from the failure</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Plan</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Planner returns JSON steps.</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Execute</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RunPlan walks the steps in order.</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Success?</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Yes: print SUCCESS and stop.</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Failure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keep the message as failure context.</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Replan</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Same goal plus the failure, full new plan.</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MaxAttempts = 3 caps the cycle, like Lesson 16's ReAct loop.</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The environment knows something the Planner doesn't</a:t>
            </a:r>
            <a:endParaRPr lang="en-US" sz="24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Hidden rule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schema step fails unless an earlier step pauses ArchiverJob.</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Pause step</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Pause + archiver in one step sets the flag.</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Schema step</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Any step mentioning migrat or schema fails if the flag isn't set.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Deterministic</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Keyword checks, no model: the same plan always gets the same result.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goal text never mentions the archiver; only a failure reveals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ATTEMPT 1  ·  GEMINI-ERA CAPTURE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A reasonable first plan meets the hidden rule</a:t>
            </a:r>
            <a:endParaRPr lang="en-US" sz="2750" dirty="0"/>
          </a:p>
        </p:txBody>
      </p:sp>
      <p:sp>
        <p:nvSpPr>
          <p:cNvPr id="4" name="Shape 2"/>
          <p:cNvSpPr/>
          <p:nvPr/>
        </p:nvSpPr>
        <p:spPr>
          <a:xfrm>
            <a:off x="457200" y="1325880"/>
            <a:ext cx="8229600" cy="2606040"/>
          </a:xfrm>
          <a:prstGeom prst="roundRect">
            <a:avLst>
              <a:gd name="adj" fmla="val 2807"/>
            </a:avLst>
          </a:prstGeom>
          <a:solidFill>
            <a:srgbClr val="0F1420"/>
          </a:solidFill>
          <a:ln w="12700">
            <a:solidFill>
              <a:srgbClr val="0F1420"/>
            </a:solidFill>
            <a:prstDash val="solid"/>
          </a:ln>
        </p:spPr>
      </p:sp>
      <p:sp>
        <p:nvSpPr>
          <p:cNvPr id="5" name="Text 3"/>
          <p:cNvSpPr txBox="1"/>
          <p:nvPr/>
        </p:nvSpPr>
        <p:spPr>
          <a:xfrm>
            <a:off x="640080" y="1463040"/>
            <a:ext cx="7863840" cy="233172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GOAL: Migrate the orders database to the new schema with zero downtime.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Attempt 1: Plan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1. Create new schema tables and columns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2. Implement dual-writes to old and new</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3. Backfill historical data to new schema</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4. Verify data consistency across schemas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5. Switch read operations to new schema</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6. Monitor system stability and performance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7. Decommission old database schema components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Executing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FAILURE: Step failed: "Create new schema tables and columns". Migration failed: ArchiverJob is</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currently active and holds a lock on the orders table. ArchiverJob must be paused before any</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schema change step runs.</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REPLANNING</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failure message is the only channel back</a:t>
            </a:r>
            <a:endParaRPr lang="en-US" sz="2800" dirty="0"/>
          </a:p>
        </p:txBody>
      </p:sp>
      <p:sp>
        <p:nvSpPr>
          <p:cNvPr id="4" name="Shape 2"/>
          <p:cNvSpPr/>
          <p:nvPr/>
        </p:nvSpPr>
        <p:spPr>
          <a:xfrm>
            <a:off x="457200" y="1371600"/>
            <a:ext cx="1851660" cy="1508760"/>
          </a:xfrm>
          <a:prstGeom prst="roundRect">
            <a:avLst>
              <a:gd name="adj" fmla="val 484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Raw message</a:t>
            </a:r>
            <a:endParaRPr lang="en-US" sz="1300" dirty="0"/>
          </a:p>
        </p:txBody>
      </p:sp>
      <p:sp>
        <p:nvSpPr>
          <p:cNvPr id="8" name="Text 5"/>
          <p:cNvSpPr txBox="1"/>
          <p:nvPr/>
        </p:nvSpPr>
        <p:spPr>
          <a:xfrm>
            <a:off x="64008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whole failure text, the way a deploy tool reports it.</a:t>
            </a:r>
            <a:endParaRPr lang="en-US" sz="1200" dirty="0"/>
          </a:p>
        </p:txBody>
      </p:sp>
      <p:sp>
        <p:nvSpPr>
          <p:cNvPr id="9" name="Shape 6"/>
          <p:cNvSpPr/>
          <p:nvPr/>
        </p:nvSpPr>
        <p:spPr>
          <a:xfrm>
            <a:off x="2583180" y="1371600"/>
            <a:ext cx="1851660" cy="1508760"/>
          </a:xfrm>
          <a:prstGeom prst="roundRect">
            <a:avLst>
              <a:gd name="adj" fmla="val 4848"/>
            </a:avLst>
          </a:prstGeom>
          <a:solidFill>
            <a:srgbClr val="512BD4"/>
          </a:solidFill>
          <a:ln w="12700">
            <a:solidFill>
              <a:srgbClr val="512BD4"/>
            </a:solidFill>
            <a:prstDash val="solid"/>
          </a:ln>
        </p:spPr>
      </p:sp>
      <p:sp>
        <p:nvSpPr>
          <p:cNvPr id="10" name="Shape 7"/>
          <p:cNvSpPr/>
          <p:nvPr/>
        </p:nvSpPr>
        <p:spPr>
          <a:xfrm>
            <a:off x="276606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From scratch</a:t>
            </a:r>
            <a:endParaRPr lang="en-US" sz="1300" dirty="0"/>
          </a:p>
        </p:txBody>
      </p:sp>
      <p:sp>
        <p:nvSpPr>
          <p:cNvPr id="13" name="Text 9"/>
          <p:cNvSpPr txBox="1"/>
          <p:nvPr/>
        </p:nvSpPr>
        <p:spPr>
          <a:xfrm>
            <a:off x="2766060" y="2057400"/>
            <a:ext cx="148590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prompt asks for a full new plan, not a patched step.</a:t>
            </a:r>
            <a:endParaRPr lang="en-US" sz="1200" dirty="0"/>
          </a:p>
        </p:txBody>
      </p:sp>
      <p:sp>
        <p:nvSpPr>
          <p:cNvPr id="14" name="Shape 10"/>
          <p:cNvSpPr/>
          <p:nvPr/>
        </p:nvSpPr>
        <p:spPr>
          <a:xfrm>
            <a:off x="4709160" y="1371600"/>
            <a:ext cx="185166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No patch</a:t>
            </a:r>
            <a:endParaRPr lang="en-US" sz="1300" dirty="0"/>
          </a:p>
        </p:txBody>
      </p:sp>
      <p:sp>
        <p:nvSpPr>
          <p:cNvPr id="18" name="Text 13"/>
          <p:cNvSpPr txBox="1"/>
          <p:nvPr/>
        </p:nvSpPr>
        <p:spPr>
          <a:xfrm>
            <a:off x="489204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Code never edits the plan or adds a pause step itself.</a:t>
            </a:r>
            <a:endParaRPr lang="en-US" sz="1200" dirty="0"/>
          </a:p>
        </p:txBody>
      </p:sp>
      <p:sp>
        <p:nvSpPr>
          <p:cNvPr id="19" name="Shape 14"/>
          <p:cNvSpPr/>
          <p:nvPr/>
        </p:nvSpPr>
        <p:spPr>
          <a:xfrm>
            <a:off x="6835140" y="1371600"/>
            <a:ext cx="1851660" cy="1508760"/>
          </a:xfrm>
          <a:prstGeom prst="roundRect">
            <a:avLst>
              <a:gd name="adj" fmla="val 4848"/>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Typed JSON</a:t>
            </a:r>
            <a:endParaRPr lang="en-US" sz="1300" dirty="0"/>
          </a:p>
        </p:txBody>
      </p:sp>
      <p:sp>
        <p:nvSpPr>
          <p:cNvPr id="23" name="Text 17"/>
          <p:cNvSpPr txBox="1"/>
          <p:nvPr/>
        </p:nvSpPr>
        <p:spPr>
          <a:xfrm>
            <a:off x="701802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ResponseFormat = typeof(ExecutionPlan), temperature 0.3.</a:t>
            </a:r>
            <a:endParaRPr lang="en-US" sz="1200" dirty="0"/>
          </a:p>
        </p:txBody>
      </p:sp>
      <p:sp>
        <p:nvSpPr>
          <p:cNvPr id="24" name="Text 18"/>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rule is handed over; the Planner has to read and reason.</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ATTEMPT 2</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Replanned: pause first, resume last</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Attempt 2: Plan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1. Pause ArchiverJob process.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2. Create new schema tables and columns.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3. Backfill historical data to new schema.</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4. Enable dual writes to both schemas.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5. Deploy applications reading from new schema.</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6. Verify data consistency and application health.</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7. Cutover all applications to new schema.</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8. Deprecate and drop old schema tables.</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  9. Resume ArchiverJob process.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Executing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SUCCESS: All steps executed successfully.</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Pause first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 1 now clears the hidden rule.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Resume last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Nothing asked for step 9; the Planner added it.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Gemini-era run</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Captured before the OpenAI move; wording will vary.</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Add a second hidden rule</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Make cutover steps fail unless an earlier step drains the connection pool, and watch the Planner learn both rules.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Lesson36-PlanAndExecute/PlanAndExecute/</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SimulatedDeploymentEnvironment.cs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plan without a drain step fails with a clear message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Each failure message names only the rule it broke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later attempt pauses the archiver and drains the pool</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Running out of attempts prints the exhausted message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Reject a result in code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A filter swaps a policy-violating answer</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Learn from what happened</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Episodic memory recalls facts by relevance</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Plan-level replanning</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Sub-orchestrators plan their own subtrees (planned)</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bounded plan/execute loop</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42  </a:t>
            </a:r>
            <a:pPr indent="0" marL="0">
              <a:buNone/>
            </a:pPr>
            <a:r>
              <a:rPr lang="en-US" sz="1250" dirty="0">
                <a:solidFill>
                  <a:srgbClr val="FFFFFF"/>
                </a:solidFill>
                <a:latin typeface="Calibri" pitchFamily="34" charset="0"/>
                <a:ea typeface="Calibri" pitchFamily="34" charset="-122"/>
                <a:cs typeface="Calibri" pitchFamily="34" charset="-120"/>
              </a:rPr>
              <a:t>Loop state checkpointed to survive restarts (planned)</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Closed-loop orchestration</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43  </a:t>
            </a:r>
            <a:pPr indent="0" marL="0">
              <a:buNone/>
            </a:pPr>
            <a:r>
              <a:rPr lang="en-US" sz="1250" dirty="0">
                <a:solidFill>
                  <a:srgbClr val="FFFFFF"/>
                </a:solidFill>
                <a:latin typeface="Calibri" pitchFamily="34" charset="0"/>
                <a:ea typeface="Calibri" pitchFamily="34" charset="-122"/>
                <a:cs typeface="Calibri" pitchFamily="34" charset="-120"/>
              </a:rPr>
              <a:t>Capstone II combines it all (planned)</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Dynamic Multi-Agent Interaction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36 — Plan and Execute</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36 — Closed-Loop Plan-and-Execute</dc:title>
  <dc:subject>PptxGenJS Presentation</dc:subject>
  <dc:creator>Media Six LLC</dc:creator>
  <cp:lastModifiedBy>Media Six LLC</cp:lastModifiedBy>
  <cp:revision>1</cp:revision>
  <dcterms:created xsi:type="dcterms:W3CDTF">2026-10-21T23:10:15Z</dcterms:created>
  <dcterms:modified xsi:type="dcterms:W3CDTF">2026-10-21T23:10:15Z</dcterms:modified>
</cp:coreProperties>
</file>